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78" r:id="rId1"/>
    <p:sldMasterId id="2147484188" r:id="rId2"/>
  </p:sldMasterIdLst>
  <p:notesMasterIdLst>
    <p:notesMasterId r:id="rId4"/>
  </p:notesMasterIdLst>
  <p:handoutMasterIdLst>
    <p:handoutMasterId r:id="rId5"/>
  </p:handoutMasterIdLst>
  <p:sldIdLst>
    <p:sldId id="258" r:id="rId3"/>
  </p:sldIdLst>
  <p:sldSz cx="12192000" cy="6858000"/>
  <p:notesSz cx="6858000" cy="9144000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898"/>
    <p:restoredTop sz="96327"/>
  </p:normalViewPr>
  <p:slideViewPr>
    <p:cSldViewPr>
      <p:cViewPr varScale="1">
        <p:scale>
          <a:sx n="118" d="100"/>
          <a:sy n="118" d="100"/>
        </p:scale>
        <p:origin x="224" y="2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7AF82F7-3B33-6D48-9626-CABC5CBE1A55}" type="datetime1">
              <a:rPr lang="it-IT" altLang="x-none"/>
              <a:pPr/>
              <a:t>01/12/23</a:t>
            </a:fld>
            <a:endParaRPr lang="it-IT" altLang="x-non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3183107-877A-3843-B981-15C7FF01828C}" type="slidenum">
              <a:rPr lang="it-IT" altLang="x-none"/>
              <a:pPr/>
              <a:t>‹N›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Click to edit Master text styles</a:t>
            </a:r>
          </a:p>
          <a:p>
            <a:pPr lvl="1"/>
            <a:r>
              <a:rPr lang="it-IT" noProof="0"/>
              <a:t>Second level</a:t>
            </a:r>
          </a:p>
          <a:p>
            <a:pPr lvl="2"/>
            <a:r>
              <a:rPr lang="it-IT" noProof="0"/>
              <a:t>Third level</a:t>
            </a:r>
          </a:p>
          <a:p>
            <a:pPr lvl="3"/>
            <a:r>
              <a:rPr lang="it-IT" noProof="0"/>
              <a:t>Fourth level</a:t>
            </a:r>
          </a:p>
          <a:p>
            <a:pPr lvl="4"/>
            <a:r>
              <a:rPr lang="it-IT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DBE5DE3-AADE-E24A-8400-E9BC47681F7D}" type="slidenum">
              <a:rPr lang="it-IT" altLang="x-none"/>
              <a:pPr/>
              <a:t>‹N›</a:t>
            </a:fld>
            <a:endParaRPr lang="it-IT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/>
          <p:cNvSpPr/>
          <p:nvPr/>
        </p:nvSpPr>
        <p:spPr>
          <a:xfrm>
            <a:off x="0" y="0"/>
            <a:ext cx="12192000" cy="1752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 sz="1800">
              <a:solidFill>
                <a:srgbClr val="FFFFFF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1800" y="3357564"/>
            <a:ext cx="11328400" cy="1900237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it-IT"/>
              <a:t>Fare clic per modificare lo stile del sottotitolo dello schema</a:t>
            </a:r>
            <a:endParaRPr lang="it-IT" dirty="0"/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13"/>
          </p:nvPr>
        </p:nvSpPr>
        <p:spPr>
          <a:xfrm>
            <a:off x="435909" y="5371909"/>
            <a:ext cx="11329577" cy="952691"/>
          </a:xfrm>
        </p:spPr>
        <p:txBody>
          <a:bodyPr/>
          <a:lstStyle>
            <a:lvl1pPr algn="l">
              <a:buNone/>
              <a:defRPr sz="1800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4"/>
          </p:nvPr>
        </p:nvSpPr>
        <p:spPr>
          <a:xfrm>
            <a:off x="431800" y="6454776"/>
            <a:ext cx="2844800" cy="403225"/>
          </a:xfrm>
        </p:spPr>
        <p:txBody>
          <a:bodyPr/>
          <a:lstStyle>
            <a:lvl1pPr>
              <a:defRPr/>
            </a:lvl1pPr>
          </a:lstStyle>
          <a:p>
            <a:fld id="{F7F83134-A4CA-E949-B149-2FCCC03F453A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5"/>
          </p:nvPr>
        </p:nvSpPr>
        <p:spPr>
          <a:xfrm>
            <a:off x="3312584" y="6454776"/>
            <a:ext cx="8447616" cy="4032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ED74456C-F2AC-8C48-A76E-4322D1DB8F49}" type="slidenum">
              <a:rPr lang="it-IT" altLang="x-none" smtClean="0"/>
              <a:pPr/>
              <a:t>‹N›</a:t>
            </a:fld>
            <a:endParaRPr lang="it-IT" altLang="x-none"/>
          </a:p>
        </p:txBody>
      </p:sp>
      <p:pic>
        <p:nvPicPr>
          <p:cNvPr id="11" name="Immagin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6000" y="144000"/>
            <a:ext cx="6120396" cy="1620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tangolo 9">
            <a:extLst>
              <a:ext uri="{FF2B5EF4-FFF2-40B4-BE49-F238E27FC236}">
                <a16:creationId xmlns:a16="http://schemas.microsoft.com/office/drawing/2014/main" id="{CD2A80F0-F4BE-274D-A5C2-524DF1B21FB2}"/>
              </a:ext>
            </a:extLst>
          </p:cNvPr>
          <p:cNvSpPr/>
          <p:nvPr userDrawn="1"/>
        </p:nvSpPr>
        <p:spPr>
          <a:xfrm>
            <a:off x="0" y="0"/>
            <a:ext cx="12192000" cy="1752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 sz="1800">
              <a:solidFill>
                <a:srgbClr val="FFFFFF"/>
              </a:solidFill>
            </a:endParaRP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0AD351D0-2A96-194B-8691-7EC7586589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407368" y="192025"/>
            <a:ext cx="6108700" cy="161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1800" y="1773239"/>
            <a:ext cx="11328400" cy="1584325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54430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921A64-38AC-EF46-A5CE-72F7FCA48CD1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0A59FF-5DF7-3A49-A681-2E626F09812C}" type="slidenum">
              <a:rPr lang="it-IT" altLang="x-none" smtClean="0"/>
              <a:pPr/>
              <a:t>‹N›</a:t>
            </a:fld>
            <a:endParaRPr lang="it-IT" altLang="x-none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A9D8D2C8-41E2-D968-A837-BCC359ED77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6458" y="188913"/>
            <a:ext cx="9048013" cy="287759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it-CH" dirty="0"/>
              <a:t>Titolo principale della presentazione</a:t>
            </a:r>
          </a:p>
        </p:txBody>
      </p:sp>
    </p:spTree>
    <p:extLst>
      <p:ext uri="{BB962C8B-B14F-4D97-AF65-F5344CB8AC3E}">
        <p14:creationId xmlns:p14="http://schemas.microsoft.com/office/powerpoint/2010/main" val="2324576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31800" y="1916114"/>
            <a:ext cx="5562600" cy="432117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916114"/>
            <a:ext cx="5562600" cy="432117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E41249-9097-FB47-9EF5-B6FC6B3D3CDA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322EA-CADA-2B4A-A99C-349C94F7C372}" type="slidenum">
              <a:rPr lang="it-IT" altLang="x-none" smtClean="0"/>
              <a:pPr/>
              <a:t>‹N›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1191305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1126800"/>
            <a:ext cx="11379200" cy="579438"/>
          </a:xfrm>
        </p:spPr>
        <p:txBody>
          <a:bodyPr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06400" y="1752600"/>
            <a:ext cx="5590117" cy="639762"/>
          </a:xfrm>
        </p:spPr>
        <p:txBody>
          <a:bodyPr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06400" y="2438400"/>
            <a:ext cx="5590117" cy="368776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8" y="1752600"/>
            <a:ext cx="5592233" cy="639762"/>
          </a:xfrm>
        </p:spPr>
        <p:txBody>
          <a:bodyPr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8" y="2438400"/>
            <a:ext cx="5592233" cy="36877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buNone/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fr-CH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C0AE5D-5236-3747-BF13-BFE570B31AAB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91F806-0A1A-334D-9390-D0CB377DD66E}" type="slidenum">
              <a:rPr lang="it-IT" altLang="x-none" smtClean="0"/>
              <a:pPr/>
              <a:t>‹N›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328186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7999" y="1125539"/>
            <a:ext cx="11355023" cy="719137"/>
          </a:xfrm>
        </p:spPr>
        <p:txBody>
          <a:bodyPr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58E6A3-EE58-2141-81FA-5FF13F4CE80A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D568E5-2F8F-6041-8120-0EECD25B563F}" type="slidenum">
              <a:rPr lang="it-IT" altLang="x-none" smtClean="0"/>
              <a:pPr/>
              <a:t>‹N›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2513498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AC655A-B948-3845-9718-225A35B93A26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227397-28E6-E444-BA81-B853C98CF5B1}" type="slidenum">
              <a:rPr lang="it-IT" altLang="x-none" smtClean="0"/>
              <a:pPr/>
              <a:t>‹N›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1369583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35114" y="1127797"/>
            <a:ext cx="4035287" cy="914400"/>
          </a:xfrm>
        </p:spPr>
        <p:txBody>
          <a:bodyPr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4" y="1126800"/>
            <a:ext cx="6993093" cy="499552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35115" y="2133601"/>
            <a:ext cx="4035285" cy="3992563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CE09EC-DE64-1E44-8CAD-515C01E3BD74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320602-0182-354F-BCDC-F858B3D199D2}" type="slidenum">
              <a:rPr lang="it-IT" altLang="x-none" smtClean="0"/>
              <a:pPr/>
              <a:t>‹N›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196504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4800600"/>
            <a:ext cx="11359085" cy="566738"/>
          </a:xfrm>
        </p:spPr>
        <p:txBody>
          <a:bodyPr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it-IT" noProof="0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06400" y="5367338"/>
            <a:ext cx="11359085" cy="804862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84057A-0A81-7742-9449-94A3BD014C63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10A947-317F-E74E-8519-7D8ACCDAF589}" type="slidenum">
              <a:rPr lang="it-IT" altLang="x-none" smtClean="0"/>
              <a:pPr/>
              <a:t>‹N›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71176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etto fondo ver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 noChangeArrowheads="1"/>
          </p:cNvSpPr>
          <p:nvPr/>
        </p:nvSpPr>
        <p:spPr bwMode="auto">
          <a:xfrm>
            <a:off x="1490134" y="185738"/>
            <a:ext cx="888153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it-IT" altLang="x-none" sz="1200" dirty="0">
                <a:solidFill>
                  <a:schemeClr val="bg1"/>
                </a:solidFill>
              </a:rPr>
              <a:t>Titolo principale della presentazione</a:t>
            </a:r>
          </a:p>
        </p:txBody>
      </p:sp>
      <p:pic>
        <p:nvPicPr>
          <p:cNvPr id="4" name="Immagine 2" descr="logo_SUPSI_acr_ne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34" y="209550"/>
            <a:ext cx="464149" cy="13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olo 1"/>
          <p:cNvSpPr>
            <a:spLocks noGrp="1"/>
          </p:cNvSpPr>
          <p:nvPr>
            <p:ph type="title"/>
          </p:nvPr>
        </p:nvSpPr>
        <p:spPr>
          <a:xfrm>
            <a:off x="432000" y="1854000"/>
            <a:ext cx="11359085" cy="21846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5" name="Segnaposto data 2"/>
          <p:cNvSpPr>
            <a:spLocks noGrp="1"/>
          </p:cNvSpPr>
          <p:nvPr>
            <p:ph type="dt" sz="half" idx="10"/>
          </p:nvPr>
        </p:nvSpPr>
        <p:spPr>
          <a:xfrm>
            <a:off x="431800" y="6453188"/>
            <a:ext cx="2844800" cy="404812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93F45123-921D-7740-B90B-7306B8C6B31A}" type="datetime1">
              <a:rPr lang="it-IT" altLang="x-none"/>
              <a:pPr/>
              <a:t>01/12/23</a:t>
            </a:fld>
            <a:endParaRPr lang="it-IT" altLang="x-none"/>
          </a:p>
        </p:txBody>
      </p:sp>
      <p:sp>
        <p:nvSpPr>
          <p:cNvPr id="6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3312584" y="6453188"/>
            <a:ext cx="8447616" cy="404812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10769600" y="188913"/>
            <a:ext cx="990600" cy="476250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3287FADD-30C3-C049-8D55-8DEA889755CF}" type="slidenum">
              <a:rPr lang="it-IT" altLang="x-none"/>
              <a:pPr/>
              <a:t>‹N›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4276197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etto fondo celest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 noChangeArrowheads="1"/>
          </p:cNvSpPr>
          <p:nvPr/>
        </p:nvSpPr>
        <p:spPr bwMode="auto">
          <a:xfrm>
            <a:off x="1490134" y="185738"/>
            <a:ext cx="888153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it-IT" altLang="x-none" sz="1200" dirty="0">
                <a:solidFill>
                  <a:schemeClr val="bg1"/>
                </a:solidFill>
              </a:rPr>
              <a:t>Titolo principale della presentazione</a:t>
            </a:r>
          </a:p>
        </p:txBody>
      </p:sp>
      <p:sp>
        <p:nvSpPr>
          <p:cNvPr id="15" name="Titolo 1"/>
          <p:cNvSpPr>
            <a:spLocks noGrp="1"/>
          </p:cNvSpPr>
          <p:nvPr>
            <p:ph type="title"/>
          </p:nvPr>
        </p:nvSpPr>
        <p:spPr>
          <a:xfrm>
            <a:off x="432000" y="1854000"/>
            <a:ext cx="11359085" cy="21846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5" name="Segnaposto data 2"/>
          <p:cNvSpPr>
            <a:spLocks noGrp="1"/>
          </p:cNvSpPr>
          <p:nvPr>
            <p:ph type="dt" sz="half" idx="10"/>
          </p:nvPr>
        </p:nvSpPr>
        <p:spPr>
          <a:xfrm>
            <a:off x="431800" y="6453188"/>
            <a:ext cx="2844800" cy="404812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68DA427A-72D9-3247-BA06-3DB070B66C11}" type="datetime1">
              <a:rPr lang="it-IT" altLang="x-none"/>
              <a:pPr/>
              <a:t>01/12/23</a:t>
            </a:fld>
            <a:endParaRPr lang="it-IT" altLang="x-none"/>
          </a:p>
        </p:txBody>
      </p:sp>
      <p:sp>
        <p:nvSpPr>
          <p:cNvPr id="6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3312584" y="6453188"/>
            <a:ext cx="8447616" cy="404812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10769600" y="188913"/>
            <a:ext cx="990600" cy="476250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BF76A7DA-996F-1A49-B6B2-83D5812CE409}" type="slidenum">
              <a:rPr lang="it-IT" altLang="x-none"/>
              <a:pPr/>
              <a:t>‹N›</a:t>
            </a:fld>
            <a:endParaRPr lang="it-IT" altLang="x-none"/>
          </a:p>
        </p:txBody>
      </p:sp>
      <p:pic>
        <p:nvPicPr>
          <p:cNvPr id="9" name="Immagine 2" descr="logo_SUPSI_acr_ne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34" y="209550"/>
            <a:ext cx="464149" cy="13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0452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etto fondo bl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 noChangeArrowheads="1"/>
          </p:cNvSpPr>
          <p:nvPr/>
        </p:nvSpPr>
        <p:spPr bwMode="auto">
          <a:xfrm>
            <a:off x="1490134" y="185738"/>
            <a:ext cx="888153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it-IT" altLang="x-none" sz="1200" dirty="0">
                <a:solidFill>
                  <a:schemeClr val="bg1"/>
                </a:solidFill>
              </a:rPr>
              <a:t>Titolo principale della presentazione</a:t>
            </a:r>
          </a:p>
          <a:p>
            <a:endParaRPr lang="it-IT" altLang="x-none" sz="1200" dirty="0">
              <a:solidFill>
                <a:schemeClr val="bg1"/>
              </a:solidFill>
            </a:endParaRPr>
          </a:p>
          <a:p>
            <a:endParaRPr lang="it-IT" altLang="x-none" sz="1200" dirty="0">
              <a:solidFill>
                <a:schemeClr val="bg1"/>
              </a:solidFill>
            </a:endParaRPr>
          </a:p>
        </p:txBody>
      </p:sp>
      <p:sp>
        <p:nvSpPr>
          <p:cNvPr id="13" name="Titolo 1"/>
          <p:cNvSpPr>
            <a:spLocks noGrp="1"/>
          </p:cNvSpPr>
          <p:nvPr>
            <p:ph type="title"/>
          </p:nvPr>
        </p:nvSpPr>
        <p:spPr>
          <a:xfrm>
            <a:off x="432000" y="1854000"/>
            <a:ext cx="11359085" cy="21846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5" name="Segnaposto data 2"/>
          <p:cNvSpPr>
            <a:spLocks noGrp="1"/>
          </p:cNvSpPr>
          <p:nvPr>
            <p:ph type="dt" sz="half" idx="10"/>
          </p:nvPr>
        </p:nvSpPr>
        <p:spPr>
          <a:xfrm>
            <a:off x="431800" y="6453188"/>
            <a:ext cx="2844800" cy="404812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5C57D4B7-BB58-EB4E-9AE5-1944B9F38190}" type="datetime1">
              <a:rPr lang="it-IT" altLang="x-none"/>
              <a:pPr/>
              <a:t>01/12/23</a:t>
            </a:fld>
            <a:endParaRPr lang="it-IT" altLang="x-none"/>
          </a:p>
        </p:txBody>
      </p:sp>
      <p:sp>
        <p:nvSpPr>
          <p:cNvPr id="6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3312584" y="6453188"/>
            <a:ext cx="8447616" cy="404812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10769600" y="188913"/>
            <a:ext cx="990600" cy="476250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477AC912-03CD-4447-8A3D-883E73D86DDF}" type="slidenum">
              <a:rPr lang="it-IT" altLang="x-none"/>
              <a:pPr/>
              <a:t>‹N›</a:t>
            </a:fld>
            <a:endParaRPr lang="it-IT" altLang="x-none"/>
          </a:p>
        </p:txBody>
      </p:sp>
      <p:pic>
        <p:nvPicPr>
          <p:cNvPr id="8" name="Immagine 2" descr="logo_SUPSI_acr_ne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34" y="209550"/>
            <a:ext cx="464149" cy="13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5003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1800" y="1125539"/>
            <a:ext cx="113284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x-none"/>
              <a:t>Fare clic per modificare stile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916114"/>
            <a:ext cx="11328400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x-none"/>
              <a:t>Fare clic per modificare gli stili del testo dello schema</a:t>
            </a:r>
          </a:p>
          <a:p>
            <a:pPr lvl="1"/>
            <a:r>
              <a:rPr lang="it-IT" altLang="x-none"/>
              <a:t>Secondo livello</a:t>
            </a:r>
          </a:p>
          <a:p>
            <a:pPr lvl="2"/>
            <a:r>
              <a:rPr lang="it-IT" altLang="x-none"/>
              <a:t>Terzo livello</a:t>
            </a:r>
          </a:p>
          <a:p>
            <a:pPr lvl="3"/>
            <a:r>
              <a:rPr lang="it-IT" altLang="x-none"/>
              <a:t>Quarto livello</a:t>
            </a:r>
          </a:p>
          <a:p>
            <a:pPr lvl="4"/>
            <a:r>
              <a:rPr lang="it-IT" altLang="x-none"/>
              <a:t>Quinto livello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31800" y="6453188"/>
            <a:ext cx="2844800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fld id="{272822E4-9146-BE45-8452-C5B721441601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12584" y="6453188"/>
            <a:ext cx="8447616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668000" y="188913"/>
            <a:ext cx="1092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63C33A6-06BE-5141-9B86-15478A8BB20F}" type="slidenum">
              <a:rPr lang="it-IT" altLang="x-none" smtClean="0"/>
              <a:pPr/>
              <a:t>‹N›</a:t>
            </a:fld>
            <a:endParaRPr lang="it-IT" altLang="x-none"/>
          </a:p>
        </p:txBody>
      </p:sp>
      <p:pic>
        <p:nvPicPr>
          <p:cNvPr id="1032" name="Immagine 6" descr="logo_SUPSI_acr.gif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34" y="209550"/>
            <a:ext cx="493776" cy="140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6293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1"/>
    <p:sldLayoutId id="2147484180" r:id="rId2"/>
    <p:sldLayoutId id="2147484181" r:id="rId3"/>
    <p:sldLayoutId id="2147484182" r:id="rId4"/>
    <p:sldLayoutId id="2147484183" r:id="rId5"/>
    <p:sldLayoutId id="2147484184" r:id="rId6"/>
    <p:sldLayoutId id="2147484185" r:id="rId7"/>
    <p:sldLayoutId id="2147484186" r:id="rId8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+mj-lt"/>
          <a:ea typeface="ＭＳ Ｐゴシック" pitchFamily="-112" charset="-128"/>
          <a:cs typeface="ＭＳ Ｐゴシック" pitchFamily="-112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ＭＳ Ｐゴシック" pitchFamily="-112" charset="-128"/>
          <a:cs typeface="ＭＳ Ｐゴシック" pitchFamily="-112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ＭＳ Ｐゴシック" pitchFamily="-112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ＭＳ Ｐゴシック" pitchFamily="-112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ＭＳ Ｐゴシック" pitchFamily="-112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pitchFamily="-112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4840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9" r:id="rId1"/>
    <p:sldLayoutId id="2147484190" r:id="rId2"/>
    <p:sldLayoutId id="2147484191" r:id="rId3"/>
  </p:sldLayoutIdLst>
  <p:hf hdr="0" ftr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28" charset="-128"/>
          <a:cs typeface="ＭＳ Ｐゴシック" pitchFamily="-128" charset="-128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28" charset="-128"/>
          <a:cs typeface="ＭＳ Ｐゴシック" pitchFamily="-128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28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28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28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28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x-none" altLang="x-none" dirty="0">
              <a:ea typeface="ＭＳ Ｐゴシック" charset="-128"/>
            </a:endParaRPr>
          </a:p>
        </p:txBody>
      </p:sp>
      <p:sp>
        <p:nvSpPr>
          <p:cNvPr id="16387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x-none" altLang="x-none">
              <a:ea typeface="ＭＳ Ｐゴシック" charset="-128"/>
            </a:endParaRPr>
          </a:p>
        </p:txBody>
      </p:sp>
      <p:sp>
        <p:nvSpPr>
          <p:cNvPr id="16390" name="Segnaposto testo 5"/>
          <p:cNvSpPr>
            <a:spLocks noGrp="1"/>
          </p:cNvSpPr>
          <p:nvPr>
            <p:ph type="body" sz="quarter" idx="13"/>
          </p:nvPr>
        </p:nvSpPr>
        <p:spPr>
          <a:xfrm>
            <a:off x="431800" y="5372100"/>
            <a:ext cx="11328400" cy="952500"/>
          </a:xfrm>
        </p:spPr>
        <p:txBody>
          <a:bodyPr/>
          <a:lstStyle/>
          <a:p>
            <a:r>
              <a:rPr lang="it-IT" altLang="x-none">
                <a:ea typeface="ＭＳ Ｐゴシック" charset="-128"/>
              </a:rPr>
              <a:t>Nome e cognome relatore/i, funzione e settore SUPSI</a:t>
            </a:r>
          </a:p>
        </p:txBody>
      </p:sp>
      <p:sp>
        <p:nvSpPr>
          <p:cNvPr id="16388" name="Segnaposto data 3"/>
          <p:cNvSpPr>
            <a:spLocks noGrp="1"/>
          </p:cNvSpPr>
          <p:nvPr>
            <p:ph type="dt" sz="half" idx="1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2D0E7084-6D1E-C846-9079-9ED7B2EF1D1E}" type="datetime4">
              <a:rPr lang="it-IT" altLang="x-none" sz="1000"/>
              <a:pPr eaLnBrk="1" hangingPunct="1"/>
              <a:t>1 dicembre 2023</a:t>
            </a:fld>
            <a:endParaRPr lang="it-IT" altLang="x-none" sz="1000"/>
          </a:p>
        </p:txBody>
      </p:sp>
      <p:sp>
        <p:nvSpPr>
          <p:cNvPr id="16389" name="Segnaposto numero diapositiva 4"/>
          <p:cNvSpPr>
            <a:spLocks noGrp="1"/>
          </p:cNvSpPr>
          <p:nvPr>
            <p:ph type="sldNum" sz="quarter" idx="16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25494AEC-2F9A-7A43-834C-9CFD1E6D901E}" type="slidenum">
              <a:rPr lang="it-IT" altLang="x-none" sz="1200"/>
              <a:pPr eaLnBrk="1" hangingPunct="1"/>
              <a:t>1</a:t>
            </a:fld>
            <a:endParaRPr lang="it-IT" altLang="x-none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PSI">
  <a:themeElements>
    <a:clrScheme name="SUPSI">
      <a:dk1>
        <a:srgbClr val="000000"/>
      </a:dk1>
      <a:lt1>
        <a:srgbClr val="FFFFFF"/>
      </a:lt1>
      <a:dk2>
        <a:srgbClr val="3C3C3C"/>
      </a:dk2>
      <a:lt2>
        <a:srgbClr val="D2D2D2"/>
      </a:lt2>
      <a:accent1>
        <a:srgbClr val="141C78"/>
      </a:accent1>
      <a:accent2>
        <a:srgbClr val="2838C8"/>
      </a:accent2>
      <a:accent3>
        <a:srgbClr val="0063C8"/>
      </a:accent3>
      <a:accent4>
        <a:srgbClr val="0096FF"/>
      </a:accent4>
      <a:accent5>
        <a:srgbClr val="46A01E"/>
      </a:accent5>
      <a:accent6>
        <a:srgbClr val="8CD23C"/>
      </a:accent6>
      <a:hlink>
        <a:srgbClr val="197BFF"/>
      </a:hlink>
      <a:folHlink>
        <a:srgbClr val="090F38"/>
      </a:folHlink>
    </a:clrScheme>
    <a:fontScheme name="SUPSI">
      <a:majorFont>
        <a:latin typeface="Times New Roman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</a:spPr>
      <a:bodyPr lIns="0" tIns="0" rIns="0" bIns="0">
        <a:prstTxWarp prst="textNoShape">
          <a:avLst/>
        </a:prstTxWarp>
      </a:bodyPr>
      <a:lstStyle>
        <a:defPPr eaLnBrk="0" hangingPunct="0">
          <a:spcBef>
            <a:spcPct val="20000"/>
          </a:spcBef>
          <a:defRPr sz="1400" kern="0" dirty="0" smtClean="0">
            <a:latin typeface="+mn-lt"/>
            <a:ea typeface="ＭＳ Ｐゴシック" pitchFamily="-112" charset="-128"/>
            <a:cs typeface="ＭＳ Ｐゴシック" pitchFamily="-112" charset="-128"/>
          </a:defRPr>
        </a:defPPr>
      </a:lstStyle>
    </a:txDef>
  </a:objectDefaults>
  <a:extraClrSchemeLst>
    <a:extraClrScheme>
      <a:clrScheme name="SUPSI_DSA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owerpoint_DTI_1" id="{F91FF7CD-2C06-0C4C-9B51-908D33578364}" vid="{F2BC787C-9F2E-7E44-AE90-DE803E0CB40C}"/>
    </a:ext>
  </a:extLst>
</a:theme>
</file>

<file path=ppt/theme/theme2.xml><?xml version="1.0" encoding="utf-8"?>
<a:theme xmlns:a="http://schemas.openxmlformats.org/drawingml/2006/main" name="Tema di Office">
  <a:themeElements>
    <a:clrScheme name="SUPSI 1">
      <a:dk1>
        <a:srgbClr val="000000"/>
      </a:dk1>
      <a:lt1>
        <a:sysClr val="window" lastClr="FFFFFF"/>
      </a:lt1>
      <a:dk2>
        <a:srgbClr val="141C64"/>
      </a:dk2>
      <a:lt2>
        <a:srgbClr val="FFFFFF"/>
      </a:lt2>
      <a:accent1>
        <a:srgbClr val="141C78"/>
      </a:accent1>
      <a:accent2>
        <a:srgbClr val="2838C8"/>
      </a:accent2>
      <a:accent3>
        <a:srgbClr val="0063C8"/>
      </a:accent3>
      <a:accent4>
        <a:srgbClr val="0096FF"/>
      </a:accent4>
      <a:accent5>
        <a:srgbClr val="46A01E"/>
      </a:accent5>
      <a:accent6>
        <a:srgbClr val="8CD23C"/>
      </a:accent6>
      <a:hlink>
        <a:srgbClr val="000000"/>
      </a:hlink>
      <a:folHlink>
        <a:srgbClr val="646464"/>
      </a:folHlink>
    </a:clrScheme>
    <a:fontScheme name="SUPSI">
      <a:majorFont>
        <a:latin typeface="Times New Roman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werpoint_DTI_1" id="{F91FF7CD-2C06-0C4C-9B51-908D33578364}" vid="{5041F21F-7BAF-2A43-BF23-4A303AC3B5A1}"/>
    </a:ext>
  </a:ext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SUPSI</Template>
  <TotalTime>2</TotalTime>
  <Words>13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Arial</vt:lpstr>
      <vt:lpstr>Times New Roman</vt:lpstr>
      <vt:lpstr>SUPSI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Carrara Fabienne</dc:creator>
  <cp:lastModifiedBy>Carrara Fabienne</cp:lastModifiedBy>
  <cp:revision>1</cp:revision>
  <dcterms:created xsi:type="dcterms:W3CDTF">2023-12-01T13:06:39Z</dcterms:created>
  <dcterms:modified xsi:type="dcterms:W3CDTF">2023-12-01T13:09:10Z</dcterms:modified>
</cp:coreProperties>
</file>